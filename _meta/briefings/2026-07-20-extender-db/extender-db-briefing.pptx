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F62FE"/>
                </a:solidFill>
                <a:latin typeface="Avenir Next"/>
              </a:rPr>
              <a:t>EXTENDER-DB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161616"/>
                </a:solidFill>
                <a:latin typeface="Avenir Next"/>
              </a:rPr>
              <a:t>Extender-DB: the catalog and its standards, both as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520440"/>
            <a:ext cx="11094415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274320"/>
          <a:lstStyle/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61616"/>
                </a:solidFill>
                <a:latin typeface="Avenir Next"/>
              </a:rPr>
              <a:t>A walkthrough of what was built on feat/extender-db in dotfiles-agents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600" b="0">
                <a:solidFill>
                  <a:srgbClr val="161616"/>
                </a:solidFill>
                <a:latin typeface="Avenir Next"/>
              </a:rPr>
              <a:t>Every number in this deck was queried live from the database it describes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300" b="0">
                <a:solidFill>
                  <a:srgbClr val="525252"/>
                </a:solidFill>
                <a:latin typeface="Avenir Next"/>
              </a:rPr>
              <a:t>2026-07-20 · _meta/extender-db · briefing for Henry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Curating a growing catalog of skills, agents, and hooks by re-reading files doesn't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The repo has strong distribution machinery (roster, drift guards, marketplace generator) but had no analysis substrate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Questions we couldn't ask cheaply: which skills lack worked examples? what frontmatter keys does no spec define? how conformant are we to Anthropic's authoring guidance?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Three jobs need one substrate: organize, monitor, 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The 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standards themselves are data — with provenance, status, and supersession.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If Anthropic promotes N skill archetypes, that's a cited record to evaluate against, not folklore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Internal taxonomies live beside published specs, marked internal + candidate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Competing mental models get compared against the same corpus; superseded, never overwritten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What got built,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A PocketBase database, an idempotent ingest pipeline, and an assessment loop — with the repo staying the source of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1">
                <a:solidFill>
                  <a:srgbClr val="161616"/>
                </a:solidFill>
                <a:latin typeface="Avenir Next"/>
              </a:rPr>
              <a:t>37 extenders · 192 files (content + sha256) · 6 frameworks · 662 assessment verdicts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The DB is a rebuildable projection: findings become fixes in primitives-core/, then re-ingest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Runs locally: serve.sh (env-configured), admin UI at 127.0.0.1:8090/_/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Data model: two halves joined by assessments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Seven collections — the inventory records what each extender IS; the doctrine records what we judge it BY.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14600"/>
            <a:ext cx="3931920" cy="38404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INVENTORY — records what each extender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514600"/>
            <a:ext cx="3870655" cy="384048"/>
          </a:xfrm>
          <a:prstGeom prst="rect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514600"/>
            <a:ext cx="3870655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DOCTRINE — records what we judge it BY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81528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81528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venir Next"/>
              </a:rPr>
              <a:t>extenders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67912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67912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venir Next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54296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54296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venir Next"/>
              </a:rPr>
              <a:t>distributions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566160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venir Next"/>
              </a:rPr>
              <a:t>frontmatter_dimensions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081528"/>
            <a:ext cx="38706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081528"/>
            <a:ext cx="3504895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venir Next"/>
              </a:rPr>
              <a:t>frameworks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3867911"/>
            <a:ext cx="3870655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867911"/>
            <a:ext cx="3504895" cy="932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venir Next"/>
              </a:rPr>
              <a:t>framework_elements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525252"/>
                </a:solidFill>
                <a:latin typeface="Avenir Next"/>
              </a:rPr>
              <a:t>each element carries explicit judgment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3813048"/>
            <a:ext cx="2011680" cy="1554480"/>
          </a:xfrm>
          <a:prstGeom prst="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3813048"/>
            <a:ext cx="1737360" cy="1554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venir Next"/>
              </a:rPr>
              <a:t>assessments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venir Next"/>
              </a:rPr>
              <a:t>extender × framework-element × assessor →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venir Next"/>
              </a:rPr>
              <a:t>present / partial / absent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35423" y="4407407"/>
            <a:ext cx="530352" cy="365760"/>
          </a:xfrm>
          <a:prstGeom prst="rightArrow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187183" y="4407407"/>
            <a:ext cx="530352" cy="365760"/>
          </a:xfrm>
          <a:prstGeom prst="rightArrow">
            <a:avLst/>
          </a:prstGeom>
          <a:solidFill>
            <a:srgbClr val="00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Inventory side, by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One row per extender carries everything analysis needs: provenance, parsed frontmatter, the full body, and size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Example record (handoff skill): kind=skill, origin=authored, frontmatter JSON, 1,000-word body, file inventory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files: every file with role (entrypoint/reference/script/asset), full content, sha256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distributions: code-desk, exec-desk, foreman-kit, diagrams, obsidian-toolkit + 5 standalone wrappers, with membership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Doctrine side: the six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Six frameworks are seeded — two cited to Anthropic docs, two derived from this repo's own enforced rules, two internal candidates.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14600"/>
          <a:ext cx="11091672" cy="3383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852160"/>
                <a:gridCol w="3017520"/>
                <a:gridCol w="2221992"/>
              </a:tblGrid>
              <a:tr h="48332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venir Next"/>
                        </a:rPr>
                        <a:t>Framework</a:t>
                      </a:r>
                    </a:p>
                  </a:txBody>
                  <a:tcPr marL="137160" marT="54864" marB="54864" anchor="ctr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venir Next"/>
                        </a:rPr>
                        <a:t>Source</a:t>
                      </a:r>
                    </a:p>
                  </a:txBody>
                  <a:tcPr marL="137160" marT="54864" marB="54864" anchor="ctr"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venir Next"/>
                        </a:rPr>
                        <a:t>Status</a:t>
                      </a:r>
                    </a:p>
                  </a:txBody>
                  <a:tcPr marL="137160" marT="54864" marB="54864" anchor="ctr">
                    <a:solidFill>
                      <a:srgbClr val="393939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anthropic-agent-skills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Anthropic docs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A148"/>
                          </a:solidFill>
                          <a:latin typeface="Avenir Next"/>
                        </a:rPr>
                        <a:t>active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claude-code-subagents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Anthropic docs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A148"/>
                          </a:solidFill>
                          <a:latin typeface="Avenir Next"/>
                        </a:rPr>
                        <a:t>active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hook-dir-layout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repo lint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A148"/>
                          </a:solidFill>
                          <a:latin typeface="Avenir Next"/>
                        </a:rPr>
                        <a:t>active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dotfiles-agents-roster-schema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repo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4A148"/>
                          </a:solidFill>
                          <a:latin typeface="Avenir Next"/>
                        </a:rPr>
                        <a:t>active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hsb3-skill-archetypes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internal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1C21B"/>
                          </a:solidFill>
                          <a:latin typeface="Avenir Next"/>
                        </a:rPr>
                        <a:t>candidate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skill-section-taxonomy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61616"/>
                          </a:solidFill>
                          <a:latin typeface="Avenir Next"/>
                        </a:rPr>
                        <a:t>internal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1C21B"/>
                          </a:solidFill>
                          <a:latin typeface="Avenir Next"/>
                        </a:rPr>
                        <a:t>candidate</a:t>
                      </a:r>
                    </a:p>
                  </a:txBody>
                  <a:tcPr marL="137160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Assessor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assessor field keeps machine facts, judgment, and the adversarial trail from contaminating each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mechanical-v1 (197 rows): regenerated by ingest every run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judged-v1 (345 rows): judge agents + session adjudication; ingest never touches them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review-v1 (120 rows): the blind reviewers' verdicts, preserved as the verification record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Proven: full re-ingest after loading → zero new records, all 465 judgment rows untouched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How judgment was 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Six judge agents assessed all 23 skills and returned structured JSON with evidence quotes — they never held database credentials.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Batches of ~4 skills per judge; verdicts validated against the DB's element catalog before loading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Two reviewers blind-re-derived a stratified 8-skill sample (never saw the judges' answers)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One builder extended the ingest to hooks + externals, proving its work on a throwaway PocketBase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Adversarial review earned its 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Agreement was high where it should be, and every real disagreement was adjudicated by the session from the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15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50" b="0">
                <a:solidFill>
                  <a:srgbClr val="161616"/>
                </a:solidFill>
                <a:latin typeface="Avenir Next"/>
              </a:rPr>
              <a:t>Primaries: 6/8 exact; sections: 56/72 exact, and 15 of the 16 disagreements were adjacent partial-boundary calls (one hard flip)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15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50" b="0">
                <a:solidFill>
                  <a:srgbClr val="161616"/>
                </a:solidFill>
                <a:latin typeface="Avenir Next"/>
              </a:rPr>
              <a:t>Three adjudications: handoff → workflow-procedure; private-fork → domain-expertise; private-fork integration-partners → absent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15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450" b="0">
                <a:solidFill>
                  <a:srgbClr val="161616"/>
                </a:solidFill>
                <a:latin typeface="Avenir Next"/>
              </a:rPr>
              <a:t>The catch that mattered: the builder patched a schema gap (kind: plugin) only on its throwaway instance — the session gate caught it and fixed schema.py durably (EDB-11)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Finding: the catalog's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Nearly half the catalog is domain-expertise packs; no skill has guardrail-override as its primary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39771"/>
            <a:ext cx="274320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domain-expertise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2739771"/>
            <a:ext cx="7573975" cy="32689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4143" y="2739771"/>
            <a:ext cx="54864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4131"/>
            <a:ext cx="274320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workflow-procedure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3334131"/>
            <a:ext cx="2754172" cy="32689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4340" y="3334131"/>
            <a:ext cx="54864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28491"/>
            <a:ext cx="274320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deliverable-producer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3928491"/>
            <a:ext cx="2754172" cy="32689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4340" y="3928491"/>
            <a:ext cx="54864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2851"/>
            <a:ext cx="274320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scaffold-auditor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4522851"/>
            <a:ext cx="2065629" cy="32689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5797" y="4522851"/>
            <a:ext cx="54864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17211"/>
            <a:ext cx="274320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orchestration-delegation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5117211"/>
            <a:ext cx="688543" cy="32689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8711" y="5117211"/>
            <a:ext cx="54864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1571"/>
            <a:ext cx="274320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venir Next"/>
              </a:rPr>
              <a:t>guardrail-override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5711571"/>
            <a:ext cx="109728" cy="326898"/>
          </a:xfrm>
          <a:prstGeom prst="rect">
            <a:avLst/>
          </a:prstGeom>
          <a:solidFill>
            <a:srgbClr val="8D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9896" y="5711571"/>
            <a:ext cx="548640" cy="32689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25252"/>
                </a:solidFill>
                <a:latin typeface="Avenir Next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Source: deck-data.json, queried live from the DB · count of skills by primary archetype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61616"/>
                </a:solidFill>
                <a:latin typeface="Avenir Next"/>
              </a:rPr>
              <a:t>Finding: section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Two section types are systematically thin — a third of skills have no in-body trigger guidance, and prerequisites is the only section where absent+partial outnumber present.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2395728"/>
            <a:ext cx="201168" cy="201168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2368296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61616"/>
                </a:solidFill>
                <a:latin typeface="Avenir Next"/>
              </a:rPr>
              <a:t>present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395728"/>
            <a:ext cx="201168" cy="201168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368296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61616"/>
                </a:solidFill>
                <a:latin typeface="Avenir Next"/>
              </a:rPr>
              <a:t>partial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395728"/>
            <a:ext cx="201168" cy="201168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368296"/>
            <a:ext cx="118872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61616"/>
                </a:solidFill>
                <a:latin typeface="Avenir Next"/>
              </a:rPr>
              <a:t>absent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6410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purpose-overview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64104"/>
            <a:ext cx="8625535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864104"/>
            <a:ext cx="8625535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0023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reference-pointers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240023"/>
            <a:ext cx="7500465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240023"/>
            <a:ext cx="7500465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7985" y="3240023"/>
            <a:ext cx="375023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7985" y="3240023"/>
            <a:ext cx="375023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93008" y="3240023"/>
            <a:ext cx="750046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93008" y="3240023"/>
            <a:ext cx="75004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594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output-format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615944"/>
            <a:ext cx="7125442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615944"/>
            <a:ext cx="712544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2962" y="3615944"/>
            <a:ext cx="1125069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2962" y="3615944"/>
            <a:ext cx="1125069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268031" y="3615944"/>
            <a:ext cx="375023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68031" y="3615944"/>
            <a:ext cx="375023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9186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integration-partners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3991864"/>
            <a:ext cx="7125442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991864"/>
            <a:ext cx="712544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19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2962" y="3991864"/>
            <a:ext cx="750046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2962" y="3991864"/>
            <a:ext cx="75004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93008" y="3991864"/>
            <a:ext cx="750046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93008" y="3991864"/>
            <a:ext cx="75004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6778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anti-patterns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4367784"/>
            <a:ext cx="5625349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4367784"/>
            <a:ext cx="5625349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42869" y="4367784"/>
            <a:ext cx="2250139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2869" y="4367784"/>
            <a:ext cx="2250139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93008" y="4367784"/>
            <a:ext cx="750046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93008" y="4367784"/>
            <a:ext cx="75004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74370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workflow-steps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743704"/>
            <a:ext cx="4875302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743704"/>
            <a:ext cx="487530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92822" y="4743704"/>
            <a:ext cx="2625162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92822" y="4743704"/>
            <a:ext cx="262516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17985" y="4743704"/>
            <a:ext cx="1125069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7985" y="4743704"/>
            <a:ext cx="1125069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11962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examples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5119624"/>
            <a:ext cx="4875302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5119624"/>
            <a:ext cx="487530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92822" y="5119624"/>
            <a:ext cx="1125069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92822" y="5119624"/>
            <a:ext cx="1125069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17892" y="5119624"/>
            <a:ext cx="2625162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17892" y="5119624"/>
            <a:ext cx="262516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49554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trigger-when-to-use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5495544"/>
            <a:ext cx="3750232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5495544"/>
            <a:ext cx="375023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7752" y="5495544"/>
            <a:ext cx="1875116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7752" y="5495544"/>
            <a:ext cx="187511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42869" y="5495544"/>
            <a:ext cx="3000186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2869" y="5495544"/>
            <a:ext cx="300018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871464"/>
            <a:ext cx="2286000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venir Next"/>
              </a:rPr>
              <a:t>prerequisites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5871464"/>
            <a:ext cx="3000186" cy="225552"/>
          </a:xfrm>
          <a:prstGeom prst="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20" y="5871464"/>
            <a:ext cx="300018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7706" y="5871464"/>
            <a:ext cx="2625162" cy="225552"/>
          </a:xfrm>
          <a:prstGeom prst="rect">
            <a:avLst/>
          </a:prstGeom>
          <a:solidFill>
            <a:srgbClr val="F1C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17706" y="5871464"/>
            <a:ext cx="2625162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61616"/>
                </a:solidFill>
                <a:latin typeface="Avenir Next"/>
              </a:rPr>
              <a:t>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42869" y="5871464"/>
            <a:ext cx="3000186" cy="225552"/>
          </a:xfrm>
          <a:prstGeom prst="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42869" y="5871464"/>
            <a:ext cx="3000186" cy="2255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Source: deck-data.json, queried live from the DB · counts of 23 skills, present/partial/absent per section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Findings: confirmed bugs and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database is already paying rent — one confirmed catalog bug, two conformance violations, three unspecified frontmatter keys.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EDB-9 (confirmed twice, independently): obsidian-cli cites five reference files that don't exist on disk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EDB-3: diagrams (653 lines) and obsidian-cli (753 lines) exceed the ≤500-line SKILL.md guideline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EDB-4: skill metadata (×2), skill version (×2), agent memory (×1) — no spec defines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Full-surface census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whole curated surface is now inventoried, and the origin partition matches the repo's own CI output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25 skills (23 authored + 2 external) · 4 agent personas · 4 hooks · 4 external plugins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Hooks: 16/16 layout checks pass — fully conformant with the ratified hook-dir layout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Origin: 31 authored · 6 external (pinned upstream + SHA)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Promotion gate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The charter defines "satisfied" as four checkboxes; two are ticked.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95728"/>
            <a:ext cx="11094415" cy="3959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✅ Judged pass for every skill, adversarially spot-verified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✅ One expansion kind (hooks) end-to-end with its own framework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⬜ ≥3 findings that changed something in the repo (EDB-9 is ready to action)</a:t>
            </a:r>
          </a:p>
          <a:p>
            <a:pPr>
              <a:lnSpc>
                <a:spcPct val="112000"/>
              </a:lnSpc>
              <a:spcAft>
                <a:spcPts val="1008"/>
              </a:spcAft>
            </a:pPr>
            <a:r>
              <a:rPr sz="1200" b="1">
                <a:solidFill>
                  <a:srgbClr val="0F62FE"/>
                </a:solidFill>
                <a:latin typeface="Avenir Next"/>
              </a:rPr>
              <a:t>■  </a:t>
            </a:r>
            <a:r>
              <a:rPr sz="1500" b="0">
                <a:solidFill>
                  <a:srgbClr val="161616"/>
                </a:solidFill>
                <a:latin typeface="Avenir Next"/>
              </a:rPr>
              <a:t>⬜ Update-path proof after a real catalog change (falls out of the next 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F62FE"/>
                </a:solidFill>
                <a:latin typeface="Avenir Next"/>
              </a:rPr>
              <a:t>EXTENDER-DB BRIEFING · 2026-07-20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161616"/>
                </a:solidFill>
                <a:latin typeface="Avenir Next"/>
              </a:rPr>
              <a:t>Decisions in your court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94415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61616"/>
                </a:solidFill>
                <a:latin typeface="Avenir Next"/>
              </a:rPr>
              <a:t>Four decisions are queued for the owner, in rough order of leverage.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50592"/>
            <a:ext cx="1109441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50592"/>
            <a:ext cx="685800" cy="84124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50592"/>
            <a:ext cx="685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50592"/>
            <a:ext cx="9951415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61616"/>
                </a:solidFill>
                <a:latin typeface="Avenir Next"/>
              </a:rPr>
              <a:t>Action EDB-9 (obsidian-cli phantom references) — doubles as the update-path 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19856"/>
            <a:ext cx="1109441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419856"/>
            <a:ext cx="685800" cy="84124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19856"/>
            <a:ext cx="685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19856"/>
            <a:ext cx="9951415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61616"/>
                </a:solidFill>
                <a:latin typeface="Avenir Next"/>
              </a:rPr>
              <a:t>Fold reviewer calibration notes into judging-criteria v2 before any second pass (EDB-10)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1109441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685800" cy="84124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685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89120"/>
            <a:ext cx="9951415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61616"/>
                </a:solidFill>
                <a:latin typeface="Avenir Next"/>
              </a:rPr>
              <a:t>Build W4: report.py + PocketBase view collections as the standing analysis surface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58384"/>
            <a:ext cx="11094415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58384"/>
            <a:ext cx="685800" cy="841248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58384"/>
            <a:ext cx="685800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58384"/>
            <a:ext cx="9951415" cy="8412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61616"/>
                </a:solidFill>
                <a:latin typeface="Avenir Next"/>
              </a:rPr>
              <a:t>When the gate is full: promote — stay in _meta/, graduate to scripts/ + make lane, or own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2"/>
                </a:solidFill>
                <a:latin typeface="Avenir Next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